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43"/>
  </p:normalViewPr>
  <p:slideViewPr>
    <p:cSldViewPr snapToGrid="0" snapToObjects="1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8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0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52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9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2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95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7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4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3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0E0159F-3345-034F-B8CF-2E9D634B16EC}" type="datetimeFigureOut">
              <a:rPr lang="en-US" smtClean="0"/>
              <a:t>10/3/23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3F7FE31-3E11-AC47-A633-AD7BE8CF0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8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F48A-32F6-9446-B7DC-D33FC3C99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7252138" cy="1920875"/>
          </a:xfrm>
        </p:spPr>
        <p:txBody>
          <a:bodyPr>
            <a:normAutofit/>
          </a:bodyPr>
          <a:lstStyle/>
          <a:p>
            <a:r>
              <a:rPr lang="en-US" sz="6000" dirty="0"/>
              <a:t>Case Study 1</a:t>
            </a:r>
            <a:br>
              <a:rPr lang="en-US" sz="6000" dirty="0"/>
            </a:br>
            <a:r>
              <a:rPr lang="en-US" sz="3600" dirty="0"/>
              <a:t>(This template is for case study discussion/presentation in class)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B847F-BCFA-214C-AD16-F6BA4A959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1664" y="3500438"/>
            <a:ext cx="6904474" cy="1813683"/>
          </a:xfrm>
        </p:spPr>
        <p:txBody>
          <a:bodyPr>
            <a:noAutofit/>
          </a:bodyPr>
          <a:lstStyle/>
          <a:p>
            <a:r>
              <a:rPr lang="en-US" sz="2400" dirty="0"/>
              <a:t>CYB 631 Automating Information Security with Python and PowerShell Scripts</a:t>
            </a:r>
          </a:p>
          <a:p>
            <a:endParaRPr lang="en-US" sz="2400" dirty="0"/>
          </a:p>
          <a:p>
            <a:r>
              <a:rPr lang="en-US" sz="2400" dirty="0"/>
              <a:t>Student Names….</a:t>
            </a:r>
          </a:p>
          <a:p>
            <a:r>
              <a:rPr lang="en-US" sz="2400" dirty="0"/>
              <a:t>Fall 2023</a:t>
            </a:r>
          </a:p>
        </p:txBody>
      </p:sp>
    </p:spTree>
    <p:extLst>
      <p:ext uri="{BB962C8B-B14F-4D97-AF65-F5344CB8AC3E}">
        <p14:creationId xmlns:p14="http://schemas.microsoft.com/office/powerpoint/2010/main" val="30985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52"/>
    </mc:Choice>
    <mc:Fallback xmlns="">
      <p:transition spd="slow" advTm="322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711C1-393A-B440-BCF0-1170676A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275522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50967-4283-7F42-A871-196039893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952" y="830317"/>
            <a:ext cx="7557922" cy="525615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Introduction: </a:t>
            </a:r>
          </a:p>
          <a:p>
            <a:pPr lvl="1"/>
            <a:r>
              <a:rPr lang="en-US" sz="2200" dirty="0"/>
              <a:t>your understanding of the organization;</a:t>
            </a:r>
          </a:p>
          <a:p>
            <a:pPr lvl="1"/>
            <a:r>
              <a:rPr lang="en-US" sz="2200" dirty="0"/>
              <a:t>The task that your team discussed</a:t>
            </a:r>
          </a:p>
          <a:p>
            <a:r>
              <a:rPr lang="en-US" sz="2400" dirty="0"/>
              <a:t>Assumptions:</a:t>
            </a:r>
          </a:p>
          <a:p>
            <a:pPr lvl="1"/>
            <a:r>
              <a:rPr lang="en-US" sz="2200" dirty="0"/>
              <a:t>Any assumptions that you made about the organization. </a:t>
            </a:r>
          </a:p>
          <a:p>
            <a:r>
              <a:rPr lang="en-US" sz="2400" dirty="0"/>
              <a:t>Technical Solutions:</a:t>
            </a:r>
          </a:p>
          <a:p>
            <a:pPr lvl="1"/>
            <a:r>
              <a:rPr lang="en-US" sz="2200" dirty="0"/>
              <a:t>How do you approach the task.</a:t>
            </a:r>
          </a:p>
          <a:p>
            <a:pPr lvl="1"/>
            <a:r>
              <a:rPr lang="en-US" sz="2200" dirty="0"/>
              <a:t>Any discussions that your team had regarding completing the task.</a:t>
            </a:r>
          </a:p>
          <a:p>
            <a:r>
              <a:rPr lang="en-US" sz="2400" dirty="0"/>
              <a:t>Expected Results:</a:t>
            </a:r>
          </a:p>
          <a:p>
            <a:pPr lvl="1"/>
            <a:r>
              <a:rPr lang="en-US" sz="2200" dirty="0"/>
              <a:t>What scripts do you recommend to write? What results do you expect to generate from the scripts? Will the results address to the task assigned?</a:t>
            </a:r>
          </a:p>
          <a:p>
            <a:r>
              <a:rPr lang="en-US" sz="2400" dirty="0"/>
              <a:t>Conclusion</a:t>
            </a:r>
          </a:p>
          <a:p>
            <a:pPr lvl="1"/>
            <a:r>
              <a:rPr lang="en-US" sz="2200" dirty="0"/>
              <a:t>Any comments/suggestions about the case study.</a:t>
            </a:r>
          </a:p>
        </p:txBody>
      </p:sp>
    </p:spTree>
    <p:extLst>
      <p:ext uri="{BB962C8B-B14F-4D97-AF65-F5344CB8AC3E}">
        <p14:creationId xmlns:p14="http://schemas.microsoft.com/office/powerpoint/2010/main" val="297302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3"/>
    </mc:Choice>
    <mc:Fallback xmlns="">
      <p:transition spd="slow" advTm="1933"/>
    </mc:Fallback>
  </mc:AlternateContent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{E53EEAC6-9634-914B-92A7-AA35098CA1CF}tf10001124</Template>
  <TotalTime>131</TotalTime>
  <Words>120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Corbel</vt:lpstr>
      <vt:lpstr>Wingdings 2</vt:lpstr>
      <vt:lpstr>Frame</vt:lpstr>
      <vt:lpstr>Case Study 1 (This template is for case study discussion/presentation in class)</vt:lpstr>
      <vt:lpstr>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Create a Project Presentation</dc:title>
  <dc:creator>Microsoft Office User</dc:creator>
  <cp:lastModifiedBy>Chen, Prof. Li-Chiou</cp:lastModifiedBy>
  <cp:revision>14</cp:revision>
  <dcterms:created xsi:type="dcterms:W3CDTF">2018-11-29T22:48:11Z</dcterms:created>
  <dcterms:modified xsi:type="dcterms:W3CDTF">2023-10-03T21:23:18Z</dcterms:modified>
</cp:coreProperties>
</file>